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70C0"/>
                </a:solidFill>
              </a:defRPr>
            </a:pPr>
            <a:r>
              <a:t>Under the Hood:</a:t>
            </a:r>
          </a:p>
          <a:p>
            <a:r>
              <a:t>Object Detection &amp;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Personal Deep Dive into YOLO &amp; Mask R-CNN</a:t>
            </a:r>
          </a:p>
          <a:p/>
          <a:p>
            <a:r>
              <a:t>GitHub: nse4real/object-detection-segmentation-yolo-maskrcnn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  <a:latin typeface="Arial"/>
              </a:defRPr>
            </a:pPr>
            <a:r>
              <a:t>Evolution of the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Moving beyond simple labels:</a:t>
            </a:r>
          </a:p>
          <a:p>
            <a:pPr lvl="1">
              <a:defRPr sz="1800">
                <a:solidFill>
                  <a:srgbClr val="323232"/>
                </a:solidFill>
                <a:latin typeface="Arial"/>
              </a:defRPr>
            </a:pPr>
            <a:r>
              <a:t>• Input: Whole Image → Output: 'Cat'</a:t>
            </a:r>
          </a:p>
          <a:p>
            <a:pPr lvl="1">
              <a:defRPr sz="1800">
                <a:solidFill>
                  <a:srgbClr val="323232"/>
                </a:solidFill>
                <a:latin typeface="Arial"/>
              </a:defRPr>
            </a:pPr>
            <a:r>
              <a:t>• Input: Image → Output: Coordinates (x, y, w, h) + Class</a:t>
            </a:r>
          </a:p>
          <a:p>
            <a:pPr lvl="1">
              <a:defRPr sz="1800">
                <a:solidFill>
                  <a:srgbClr val="323232"/>
                </a:solidFill>
                <a:latin typeface="Arial"/>
              </a:defRPr>
            </a:pPr>
            <a:r>
              <a:t>• Input: Image → Output: Pixel-perfect mask per object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  <a:latin typeface="Arial"/>
              </a:defRPr>
            </a:pPr>
            <a:r>
              <a:t>YOLO: Speed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You Only Look Once (Real-time architecture)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Grid-Based Approach: The image is split into a grid; each cell predicts boxes and probabilities simultaneously.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Single Pass: No complex region proposal steps.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Result: Extremely fast inference suitable for video feeds.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  <a:latin typeface="Arial"/>
              </a:defRPr>
            </a:pPr>
            <a:r>
              <a:t>Mask R-CNN: Precision &amp;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Two-Stage Architecture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1. Region Proposal Network (RPN): Scans for 'regions of interest'.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2. RoI Align &amp; Mask Head: Generates a binary mask for each specific region.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Trade-off: Significantly higher VRAM usage and latency compared to YOLO.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  <a:latin typeface="Arial"/>
              </a:defRPr>
            </a:pPr>
            <a:r>
              <a:t>What the Code Actually Sees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Parsing the Tensors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Bounding Boxes: [x_center, y_center, width, height]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Confidence Scores: Filtering weak predictions (&lt; 0.5).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Non-Maximum Suppression (NMS): Algorithmically removing duplicate boxes for the same object.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Masks: Tensors of shape (N, H, W) containing boolean values for pixel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  <a:latin typeface="Arial"/>
              </a:defRPr>
            </a:pPr>
            <a:r>
              <a:t>Constraints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Environment: NVIDIA T600 (4GB VRAM)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The Memory Wall: Segmentation models consume VRAM exponentially with image resolution.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Batch Size: Had to reduce batch sizes significantly for Mask R-CNN vs YOLO.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Fallback Strategies: Implemented CPU offloading when GPU memory saturated.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  <a:latin typeface="Arial"/>
              </a:defRPr>
            </a:pPr>
            <a:r>
              <a:t>Project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  <a:latin typeface="Arial"/>
              </a:defRPr>
            </a:pP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Architecture dictates performance: Grid (YOLO) vs. Region-Based (R-CNN).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Data Inspection: Understanding the raw tensor shape is critical for debugging.</a:t>
            </a:r>
          </a:p>
          <a:p>
            <a:pPr>
              <a:defRPr sz="1800">
                <a:solidFill>
                  <a:srgbClr val="323232"/>
                </a:solidFill>
                <a:latin typeface="Arial"/>
              </a:defRPr>
            </a:pPr>
            <a:r>
              <a:t>• Reproducibility: Clean code and structured environments beat 'it works on my machine'.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Explore the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https://github.com/nse4real/object-detection-segmentation-yolo-maskrcnn.git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